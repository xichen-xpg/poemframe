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7315200" cy="4389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69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o Xichen" userId="afa895a6477dfb37" providerId="LiveId" clId="{44E8B5F7-4E5A-405A-920A-44F64692F9A8}"/>
    <pc:docChg chg="custSel addSld modSld">
      <pc:chgData name="Guo Xichen" userId="afa895a6477dfb37" providerId="LiveId" clId="{44E8B5F7-4E5A-405A-920A-44F64692F9A8}" dt="2026-05-16T15:45:34.050" v="71" actId="164"/>
      <pc:docMkLst>
        <pc:docMk/>
      </pc:docMkLst>
      <pc:sldChg chg="addSp modSp new mod">
        <pc:chgData name="Guo Xichen" userId="afa895a6477dfb37" providerId="LiveId" clId="{44E8B5F7-4E5A-405A-920A-44F64692F9A8}" dt="2026-05-16T15:40:27.615" v="4" actId="14100"/>
        <pc:sldMkLst>
          <pc:docMk/>
          <pc:sldMk cId="255242782" sldId="257"/>
        </pc:sldMkLst>
        <pc:picChg chg="add mod">
          <ac:chgData name="Guo Xichen" userId="afa895a6477dfb37" providerId="LiveId" clId="{44E8B5F7-4E5A-405A-920A-44F64692F9A8}" dt="2026-05-16T15:40:27.615" v="4" actId="14100"/>
          <ac:picMkLst>
            <pc:docMk/>
            <pc:sldMk cId="255242782" sldId="257"/>
            <ac:picMk id="3" creationId="{A4411218-9924-DA7C-2A1B-D118F0922792}"/>
          </ac:picMkLst>
        </pc:picChg>
      </pc:sldChg>
      <pc:sldChg chg="addSp delSp modSp new mod">
        <pc:chgData name="Guo Xichen" userId="afa895a6477dfb37" providerId="LiveId" clId="{44E8B5F7-4E5A-405A-920A-44F64692F9A8}" dt="2026-05-16T15:45:34.050" v="71" actId="164"/>
        <pc:sldMkLst>
          <pc:docMk/>
          <pc:sldMk cId="883077978" sldId="258"/>
        </pc:sldMkLst>
        <pc:spChg chg="add del mod">
          <ac:chgData name="Guo Xichen" userId="afa895a6477dfb37" providerId="LiveId" clId="{44E8B5F7-4E5A-405A-920A-44F64692F9A8}" dt="2026-05-16T15:44:02.246" v="34" actId="478"/>
          <ac:spMkLst>
            <pc:docMk/>
            <pc:sldMk cId="883077978" sldId="258"/>
            <ac:spMk id="4" creationId="{A8A4F659-5246-F5AB-6F10-9CE70286BA68}"/>
          </ac:spMkLst>
        </pc:spChg>
        <pc:spChg chg="add del mod">
          <ac:chgData name="Guo Xichen" userId="afa895a6477dfb37" providerId="LiveId" clId="{44E8B5F7-4E5A-405A-920A-44F64692F9A8}" dt="2026-05-16T15:44:15.746" v="38" actId="21"/>
          <ac:spMkLst>
            <pc:docMk/>
            <pc:sldMk cId="883077978" sldId="258"/>
            <ac:spMk id="5" creationId="{5EB9205C-4816-031D-5ED4-F22425E49B67}"/>
          </ac:spMkLst>
        </pc:spChg>
        <pc:spChg chg="add mod">
          <ac:chgData name="Guo Xichen" userId="afa895a6477dfb37" providerId="LiveId" clId="{44E8B5F7-4E5A-405A-920A-44F64692F9A8}" dt="2026-05-16T15:45:34.050" v="71" actId="164"/>
          <ac:spMkLst>
            <pc:docMk/>
            <pc:sldMk cId="883077978" sldId="258"/>
            <ac:spMk id="6" creationId="{ADA25726-7DE7-C90A-5757-83FAD5EB3F6E}"/>
          </ac:spMkLst>
        </pc:spChg>
        <pc:spChg chg="add mod">
          <ac:chgData name="Guo Xichen" userId="afa895a6477dfb37" providerId="LiveId" clId="{44E8B5F7-4E5A-405A-920A-44F64692F9A8}" dt="2026-05-16T15:45:34.050" v="71" actId="164"/>
          <ac:spMkLst>
            <pc:docMk/>
            <pc:sldMk cId="883077978" sldId="258"/>
            <ac:spMk id="7" creationId="{5EB9205C-4816-031D-5ED4-F22425E49B67}"/>
          </ac:spMkLst>
        </pc:spChg>
        <pc:spChg chg="add mod">
          <ac:chgData name="Guo Xichen" userId="afa895a6477dfb37" providerId="LiveId" clId="{44E8B5F7-4E5A-405A-920A-44F64692F9A8}" dt="2026-05-16T15:45:34.050" v="71" actId="164"/>
          <ac:spMkLst>
            <pc:docMk/>
            <pc:sldMk cId="883077978" sldId="258"/>
            <ac:spMk id="8" creationId="{ECD0C4E7-2195-9557-B211-1028B6BC1E06}"/>
          </ac:spMkLst>
        </pc:spChg>
        <pc:spChg chg="add mod">
          <ac:chgData name="Guo Xichen" userId="afa895a6477dfb37" providerId="LiveId" clId="{44E8B5F7-4E5A-405A-920A-44F64692F9A8}" dt="2026-05-16T15:45:34.050" v="71" actId="164"/>
          <ac:spMkLst>
            <pc:docMk/>
            <pc:sldMk cId="883077978" sldId="258"/>
            <ac:spMk id="9" creationId="{2F1D231D-42D7-CCB3-C99E-1985E2990F65}"/>
          </ac:spMkLst>
        </pc:spChg>
        <pc:spChg chg="add mod">
          <ac:chgData name="Guo Xichen" userId="afa895a6477dfb37" providerId="LiveId" clId="{44E8B5F7-4E5A-405A-920A-44F64692F9A8}" dt="2026-05-16T15:45:34.050" v="71" actId="164"/>
          <ac:spMkLst>
            <pc:docMk/>
            <pc:sldMk cId="883077978" sldId="258"/>
            <ac:spMk id="10" creationId="{0E3838FB-8121-A82E-58CD-0BA91FDF50CF}"/>
          </ac:spMkLst>
        </pc:spChg>
        <pc:spChg chg="add mod">
          <ac:chgData name="Guo Xichen" userId="afa895a6477dfb37" providerId="LiveId" clId="{44E8B5F7-4E5A-405A-920A-44F64692F9A8}" dt="2026-05-16T15:45:34.050" v="71" actId="164"/>
          <ac:spMkLst>
            <pc:docMk/>
            <pc:sldMk cId="883077978" sldId="258"/>
            <ac:spMk id="11" creationId="{C7A23A5E-FF61-4CD4-EB26-0FF1E400E93B}"/>
          </ac:spMkLst>
        </pc:spChg>
        <pc:grpChg chg="add mod">
          <ac:chgData name="Guo Xichen" userId="afa895a6477dfb37" providerId="LiveId" clId="{44E8B5F7-4E5A-405A-920A-44F64692F9A8}" dt="2026-05-16T15:45:34.050" v="71" actId="164"/>
          <ac:grpSpMkLst>
            <pc:docMk/>
            <pc:sldMk cId="883077978" sldId="258"/>
            <ac:grpSpMk id="12" creationId="{D95B84DF-E062-47B8-F798-E218097266B0}"/>
          </ac:grpSpMkLst>
        </pc:grpChg>
        <pc:picChg chg="add mod">
          <ac:chgData name="Guo Xichen" userId="afa895a6477dfb37" providerId="LiveId" clId="{44E8B5F7-4E5A-405A-920A-44F64692F9A8}" dt="2026-05-16T15:45:34.050" v="71" actId="164"/>
          <ac:picMkLst>
            <pc:docMk/>
            <pc:sldMk cId="883077978" sldId="258"/>
            <ac:picMk id="3" creationId="{F16AA2E5-2AB7-C43F-521C-20688D3BBC7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18364"/>
            <a:ext cx="5486400" cy="1528175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305472"/>
            <a:ext cx="5486400" cy="1059764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140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522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094312"/>
            <a:ext cx="6309360" cy="1825884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2937470"/>
            <a:ext cx="6309360" cy="960189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71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168485"/>
            <a:ext cx="3108960" cy="27850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168485"/>
            <a:ext cx="3108960" cy="27850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252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233697"/>
            <a:ext cx="6309360" cy="8484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1076022"/>
            <a:ext cx="3094672" cy="527342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1603364"/>
            <a:ext cx="3094672" cy="23583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076022"/>
            <a:ext cx="3109913" cy="527342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1603364"/>
            <a:ext cx="3109913" cy="23583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4744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0813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59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292629"/>
            <a:ext cx="2359342" cy="1024202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631998"/>
            <a:ext cx="3703320" cy="3119346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316831"/>
            <a:ext cx="2359342" cy="243959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103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292629"/>
            <a:ext cx="2359342" cy="1024202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631998"/>
            <a:ext cx="3703320" cy="3119346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1316831"/>
            <a:ext cx="2359342" cy="243959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762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9508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233697"/>
            <a:ext cx="1577340" cy="371984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233697"/>
            <a:ext cx="4640580" cy="37198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567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233697"/>
            <a:ext cx="6309360" cy="848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168485"/>
            <a:ext cx="6309360" cy="2785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4068359"/>
            <a:ext cx="1645920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41C08-A312-4555-AAC1-CEE6B59EE9DB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4068359"/>
            <a:ext cx="2468880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4068359"/>
            <a:ext cx="1645920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46AFB-1200-4B4E-8427-A3080B72A8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037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45022B3-EF54-EA50-1D07-27E888C4EB72}"/>
              </a:ext>
            </a:extLst>
          </p:cNvPr>
          <p:cNvGrpSpPr/>
          <p:nvPr/>
        </p:nvGrpSpPr>
        <p:grpSpPr>
          <a:xfrm>
            <a:off x="0" y="1063"/>
            <a:ext cx="7315200" cy="4387313"/>
            <a:chOff x="0" y="1063"/>
            <a:chExt cx="7315200" cy="438731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AD46DB1-DF01-DD54-561B-02CCA2A45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63"/>
              <a:ext cx="7315200" cy="4387313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90409D6-9FED-6F38-4CF1-EF3E697A1A74}"/>
                </a:ext>
              </a:extLst>
            </p:cNvPr>
            <p:cNvSpPr txBox="1"/>
            <p:nvPr/>
          </p:nvSpPr>
          <p:spPr>
            <a:xfrm>
              <a:off x="4246337" y="3492498"/>
              <a:ext cx="4154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latin typeface="仿宋" panose="02010609060101010101" pitchFamily="49" charset="-122"/>
                  <a:ea typeface="仿宋" panose="02010609060101010101" pitchFamily="49" charset="-122"/>
                </a:rPr>
                <a:t>邈</a:t>
              </a:r>
              <a:endParaRPr lang="LID4096" sz="2200" b="1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65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411218-9924-DA7C-2A1B-D118F0922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315200" cy="43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D95B84DF-E062-47B8-F798-E218097266B0}"/>
              </a:ext>
            </a:extLst>
          </p:cNvPr>
          <p:cNvGrpSpPr/>
          <p:nvPr/>
        </p:nvGrpSpPr>
        <p:grpSpPr>
          <a:xfrm>
            <a:off x="0" y="-39760"/>
            <a:ext cx="7315200" cy="4387313"/>
            <a:chOff x="0" y="-39760"/>
            <a:chExt cx="7315200" cy="438731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16AA2E5-2AB7-C43F-521C-20688D3BB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39760"/>
              <a:ext cx="7315200" cy="4387313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A25726-7DE7-C90A-5757-83FAD5EB3F6E}"/>
                </a:ext>
              </a:extLst>
            </p:cNvPr>
            <p:cNvSpPr/>
            <p:nvPr/>
          </p:nvSpPr>
          <p:spPr>
            <a:xfrm>
              <a:off x="1249137" y="3071132"/>
              <a:ext cx="191860" cy="1646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EB9205C-4816-031D-5ED4-F22425E49B67}"/>
                </a:ext>
              </a:extLst>
            </p:cNvPr>
            <p:cNvSpPr txBox="1"/>
            <p:nvPr/>
          </p:nvSpPr>
          <p:spPr>
            <a:xfrm>
              <a:off x="1172100" y="3001817"/>
              <a:ext cx="35137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宴</a:t>
              </a:r>
              <a:endParaRPr lang="LID4096" sz="13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D0C4E7-2195-9557-B211-1028B6BC1E06}"/>
                </a:ext>
              </a:extLst>
            </p:cNvPr>
            <p:cNvSpPr/>
            <p:nvPr/>
          </p:nvSpPr>
          <p:spPr>
            <a:xfrm>
              <a:off x="1672319" y="3381375"/>
              <a:ext cx="191860" cy="1646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F1D231D-42D7-CCB3-C99E-1985E2990F65}"/>
                </a:ext>
              </a:extLst>
            </p:cNvPr>
            <p:cNvSpPr txBox="1"/>
            <p:nvPr/>
          </p:nvSpPr>
          <p:spPr>
            <a:xfrm>
              <a:off x="1595282" y="3312060"/>
              <a:ext cx="35137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乌</a:t>
              </a:r>
              <a:endParaRPr lang="LID4096" sz="13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E3838FB-8121-A82E-58CD-0BA91FDF50CF}"/>
                </a:ext>
              </a:extLst>
            </p:cNvPr>
            <p:cNvSpPr/>
            <p:nvPr/>
          </p:nvSpPr>
          <p:spPr>
            <a:xfrm>
              <a:off x="1249137" y="3550103"/>
              <a:ext cx="191860" cy="1646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7A23A5E-FF61-4CD4-EB26-0FF1E400E93B}"/>
                </a:ext>
              </a:extLst>
            </p:cNvPr>
            <p:cNvSpPr txBox="1"/>
            <p:nvPr/>
          </p:nvSpPr>
          <p:spPr>
            <a:xfrm>
              <a:off x="1172100" y="3487876"/>
              <a:ext cx="35137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匝</a:t>
              </a:r>
              <a:endParaRPr lang="LID4096" sz="13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07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4</Words>
  <Application>Microsoft Office PowerPoint</Application>
  <PresentationFormat>自定义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仿宋</vt:lpstr>
      <vt:lpstr>楷体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Guo Xichen</dc:creator>
  <cp:lastModifiedBy>Guo Xichen</cp:lastModifiedBy>
  <cp:revision>4</cp:revision>
  <dcterms:created xsi:type="dcterms:W3CDTF">2026-05-16T12:36:59Z</dcterms:created>
  <dcterms:modified xsi:type="dcterms:W3CDTF">2026-05-16T15:47:12Z</dcterms:modified>
</cp:coreProperties>
</file>