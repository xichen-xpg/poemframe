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7315200" cy="4389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569" y="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o Xichen" userId="afa895a6477dfb37" providerId="LiveId" clId="{44E8B5F7-4E5A-405A-920A-44F64692F9A8}"/>
    <pc:docChg chg="custSel addSld modSld">
      <pc:chgData name="Guo Xichen" userId="afa895a6477dfb37" providerId="LiveId" clId="{44E8B5F7-4E5A-405A-920A-44F64692F9A8}" dt="2026-05-16T15:45:24.915" v="70" actId="1036"/>
      <pc:docMkLst>
        <pc:docMk/>
      </pc:docMkLst>
      <pc:sldChg chg="addSp modSp new mod">
        <pc:chgData name="Guo Xichen" userId="afa895a6477dfb37" providerId="LiveId" clId="{44E8B5F7-4E5A-405A-920A-44F64692F9A8}" dt="2026-05-16T15:40:27.615" v="4" actId="14100"/>
        <pc:sldMkLst>
          <pc:docMk/>
          <pc:sldMk cId="255242782" sldId="257"/>
        </pc:sldMkLst>
        <pc:picChg chg="add mod">
          <ac:chgData name="Guo Xichen" userId="afa895a6477dfb37" providerId="LiveId" clId="{44E8B5F7-4E5A-405A-920A-44F64692F9A8}" dt="2026-05-16T15:40:27.615" v="4" actId="14100"/>
          <ac:picMkLst>
            <pc:docMk/>
            <pc:sldMk cId="255242782" sldId="257"/>
            <ac:picMk id="3" creationId="{A4411218-9924-DA7C-2A1B-D118F0922792}"/>
          </ac:picMkLst>
        </pc:picChg>
      </pc:sldChg>
      <pc:sldChg chg="addSp delSp modSp new mod">
        <pc:chgData name="Guo Xichen" userId="afa895a6477dfb37" providerId="LiveId" clId="{44E8B5F7-4E5A-405A-920A-44F64692F9A8}" dt="2026-05-16T15:45:24.915" v="70" actId="1036"/>
        <pc:sldMkLst>
          <pc:docMk/>
          <pc:sldMk cId="883077978" sldId="258"/>
        </pc:sldMkLst>
        <pc:spChg chg="add del mod">
          <ac:chgData name="Guo Xichen" userId="afa895a6477dfb37" providerId="LiveId" clId="{44E8B5F7-4E5A-405A-920A-44F64692F9A8}" dt="2026-05-16T15:44:02.246" v="34" actId="478"/>
          <ac:spMkLst>
            <pc:docMk/>
            <pc:sldMk cId="883077978" sldId="258"/>
            <ac:spMk id="4" creationId="{A8A4F659-5246-F5AB-6F10-9CE70286BA68}"/>
          </ac:spMkLst>
        </pc:spChg>
        <pc:spChg chg="add del mod">
          <ac:chgData name="Guo Xichen" userId="afa895a6477dfb37" providerId="LiveId" clId="{44E8B5F7-4E5A-405A-920A-44F64692F9A8}" dt="2026-05-16T15:44:15.746" v="38" actId="21"/>
          <ac:spMkLst>
            <pc:docMk/>
            <pc:sldMk cId="883077978" sldId="258"/>
            <ac:spMk id="5" creationId="{5EB9205C-4816-031D-5ED4-F22425E49B67}"/>
          </ac:spMkLst>
        </pc:spChg>
        <pc:spChg chg="add mod">
          <ac:chgData name="Guo Xichen" userId="afa895a6477dfb37" providerId="LiveId" clId="{44E8B5F7-4E5A-405A-920A-44F64692F9A8}" dt="2026-05-16T15:44:29.446" v="43" actId="14100"/>
          <ac:spMkLst>
            <pc:docMk/>
            <pc:sldMk cId="883077978" sldId="258"/>
            <ac:spMk id="6" creationId="{ADA25726-7DE7-C90A-5757-83FAD5EB3F6E}"/>
          </ac:spMkLst>
        </pc:spChg>
        <pc:spChg chg="add mod">
          <ac:chgData name="Guo Xichen" userId="afa895a6477dfb37" providerId="LiveId" clId="{44E8B5F7-4E5A-405A-920A-44F64692F9A8}" dt="2026-05-16T15:44:40.744" v="50" actId="1038"/>
          <ac:spMkLst>
            <pc:docMk/>
            <pc:sldMk cId="883077978" sldId="258"/>
            <ac:spMk id="7" creationId="{5EB9205C-4816-031D-5ED4-F22425E49B67}"/>
          </ac:spMkLst>
        </pc:spChg>
        <pc:spChg chg="add mod">
          <ac:chgData name="Guo Xichen" userId="afa895a6477dfb37" providerId="LiveId" clId="{44E8B5F7-4E5A-405A-920A-44F64692F9A8}" dt="2026-05-16T15:44:56.379" v="52" actId="1076"/>
          <ac:spMkLst>
            <pc:docMk/>
            <pc:sldMk cId="883077978" sldId="258"/>
            <ac:spMk id="8" creationId="{ECD0C4E7-2195-9557-B211-1028B6BC1E06}"/>
          </ac:spMkLst>
        </pc:spChg>
        <pc:spChg chg="add mod">
          <ac:chgData name="Guo Xichen" userId="afa895a6477dfb37" providerId="LiveId" clId="{44E8B5F7-4E5A-405A-920A-44F64692F9A8}" dt="2026-05-16T15:45:02.694" v="62" actId="20577"/>
          <ac:spMkLst>
            <pc:docMk/>
            <pc:sldMk cId="883077978" sldId="258"/>
            <ac:spMk id="9" creationId="{2F1D231D-42D7-CCB3-C99E-1985E2990F65}"/>
          </ac:spMkLst>
        </pc:spChg>
        <pc:spChg chg="add mod">
          <ac:chgData name="Guo Xichen" userId="afa895a6477dfb37" providerId="LiveId" clId="{44E8B5F7-4E5A-405A-920A-44F64692F9A8}" dt="2026-05-16T15:45:13.762" v="64" actId="1076"/>
          <ac:spMkLst>
            <pc:docMk/>
            <pc:sldMk cId="883077978" sldId="258"/>
            <ac:spMk id="10" creationId="{0E3838FB-8121-A82E-58CD-0BA91FDF50CF}"/>
          </ac:spMkLst>
        </pc:spChg>
        <pc:spChg chg="add mod">
          <ac:chgData name="Guo Xichen" userId="afa895a6477dfb37" providerId="LiveId" clId="{44E8B5F7-4E5A-405A-920A-44F64692F9A8}" dt="2026-05-16T15:45:24.915" v="70" actId="1036"/>
          <ac:spMkLst>
            <pc:docMk/>
            <pc:sldMk cId="883077978" sldId="258"/>
            <ac:spMk id="11" creationId="{C7A23A5E-FF61-4CD4-EB26-0FF1E400E93B}"/>
          </ac:spMkLst>
        </pc:spChg>
        <pc:picChg chg="add mod">
          <ac:chgData name="Guo Xichen" userId="afa895a6477dfb37" providerId="LiveId" clId="{44E8B5F7-4E5A-405A-920A-44F64692F9A8}" dt="2026-05-16T15:42:38.679" v="20" actId="1076"/>
          <ac:picMkLst>
            <pc:docMk/>
            <pc:sldMk cId="883077978" sldId="258"/>
            <ac:picMk id="3" creationId="{F16AA2E5-2AB7-C43F-521C-20688D3BBC7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718364"/>
            <a:ext cx="5486400" cy="1528175"/>
          </a:xfrm>
        </p:spPr>
        <p:txBody>
          <a:bodyPr anchor="b"/>
          <a:lstStyle>
            <a:lvl1pPr algn="ctr"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305472"/>
            <a:ext cx="5486400" cy="1059764"/>
          </a:xfrm>
        </p:spPr>
        <p:txBody>
          <a:bodyPr/>
          <a:lstStyle>
            <a:lvl1pPr marL="0" indent="0" algn="ctr">
              <a:buNone/>
              <a:defRPr sz="1440"/>
            </a:lvl1pPr>
            <a:lvl2pPr marL="274320" indent="0" algn="ctr">
              <a:buNone/>
              <a:defRPr sz="1200"/>
            </a:lvl2pPr>
            <a:lvl3pPr marL="548640" indent="0" algn="ctr">
              <a:buNone/>
              <a:defRPr sz="1080"/>
            </a:lvl3pPr>
            <a:lvl4pPr marL="822960" indent="0" algn="ctr">
              <a:buNone/>
              <a:defRPr sz="960"/>
            </a:lvl4pPr>
            <a:lvl5pPr marL="1097280" indent="0" algn="ctr">
              <a:buNone/>
              <a:defRPr sz="960"/>
            </a:lvl5pPr>
            <a:lvl6pPr marL="1371600" indent="0" algn="ctr">
              <a:buNone/>
              <a:defRPr sz="960"/>
            </a:lvl6pPr>
            <a:lvl7pPr marL="1645920" indent="0" algn="ctr">
              <a:buNone/>
              <a:defRPr sz="960"/>
            </a:lvl7pPr>
            <a:lvl8pPr marL="1920240" indent="0" algn="ctr">
              <a:buNone/>
              <a:defRPr sz="960"/>
            </a:lvl8pPr>
            <a:lvl9pPr marL="2194560" indent="0" algn="ctr">
              <a:buNone/>
              <a:defRPr sz="9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51401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45226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9110" y="1094312"/>
            <a:ext cx="6309360" cy="1825884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9110" y="2937470"/>
            <a:ext cx="6309360" cy="960189"/>
          </a:xfrm>
        </p:spPr>
        <p:txBody>
          <a:bodyPr/>
          <a:lstStyle>
            <a:lvl1pPr marL="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1pPr>
            <a:lvl2pPr marL="27432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2pPr>
            <a:lvl3pPr marL="548640" indent="0">
              <a:buNone/>
              <a:defRPr sz="1080">
                <a:solidFill>
                  <a:schemeClr val="tx1">
                    <a:tint val="82000"/>
                  </a:schemeClr>
                </a:solidFill>
              </a:defRPr>
            </a:lvl3pPr>
            <a:lvl4pPr marL="8229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4pPr>
            <a:lvl5pPr marL="109728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5pPr>
            <a:lvl6pPr marL="137160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6pPr>
            <a:lvl7pPr marL="164592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7pPr>
            <a:lvl8pPr marL="192024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8pPr>
            <a:lvl9pPr marL="21945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719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2920" y="1168485"/>
            <a:ext cx="3108960" cy="278505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03320" y="1168485"/>
            <a:ext cx="3108960" cy="278505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2526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233697"/>
            <a:ext cx="6309360" cy="84842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3873" y="1076022"/>
            <a:ext cx="3094672" cy="527342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873" y="1603364"/>
            <a:ext cx="3094672" cy="23583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703320" y="1076022"/>
            <a:ext cx="3109913" cy="527342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703320" y="1603364"/>
            <a:ext cx="3109913" cy="23583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4744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0813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6593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292629"/>
            <a:ext cx="2359342" cy="1024202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09913" y="631998"/>
            <a:ext cx="3703320" cy="3119346"/>
          </a:xfrm>
        </p:spPr>
        <p:txBody>
          <a:bodyPr/>
          <a:lstStyle>
            <a:lvl1pPr>
              <a:defRPr sz="1920"/>
            </a:lvl1pPr>
            <a:lvl2pPr>
              <a:defRPr sz="1680"/>
            </a:lvl2pPr>
            <a:lvl3pPr>
              <a:defRPr sz="144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873" y="1316831"/>
            <a:ext cx="2359342" cy="2439593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71030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292629"/>
            <a:ext cx="2359342" cy="1024202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109913" y="631998"/>
            <a:ext cx="3703320" cy="3119346"/>
          </a:xfrm>
        </p:spPr>
        <p:txBody>
          <a:bodyPr anchor="t"/>
          <a:lstStyle>
            <a:lvl1pPr marL="0" indent="0">
              <a:buNone/>
              <a:defRPr sz="1920"/>
            </a:lvl1pPr>
            <a:lvl2pPr marL="274320" indent="0">
              <a:buNone/>
              <a:defRPr sz="1680"/>
            </a:lvl2pPr>
            <a:lvl3pPr marL="548640" indent="0">
              <a:buNone/>
              <a:defRPr sz="1440"/>
            </a:lvl3pPr>
            <a:lvl4pPr marL="822960" indent="0">
              <a:buNone/>
              <a:defRPr sz="1200"/>
            </a:lvl4pPr>
            <a:lvl5pPr marL="1097280" indent="0">
              <a:buNone/>
              <a:defRPr sz="1200"/>
            </a:lvl5pPr>
            <a:lvl6pPr marL="1371600" indent="0">
              <a:buNone/>
              <a:defRPr sz="1200"/>
            </a:lvl6pPr>
            <a:lvl7pPr marL="1645920" indent="0">
              <a:buNone/>
              <a:defRPr sz="1200"/>
            </a:lvl7pPr>
            <a:lvl8pPr marL="1920240" indent="0">
              <a:buNone/>
              <a:defRPr sz="1200"/>
            </a:lvl8pPr>
            <a:lvl9pPr marL="2194560" indent="0">
              <a:buNone/>
              <a:defRPr sz="12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873" y="1316831"/>
            <a:ext cx="2359342" cy="2439593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7627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19508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234940" y="233697"/>
            <a:ext cx="1577340" cy="3719846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2920" y="233697"/>
            <a:ext cx="4640580" cy="37198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35670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2920" y="233697"/>
            <a:ext cx="6309360" cy="8484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2920" y="1168485"/>
            <a:ext cx="6309360" cy="2785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2920" y="4068359"/>
            <a:ext cx="1645920" cy="2336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F41C08-A312-4555-AAC1-CEE6B59EE9DB}" type="datetimeFigureOut">
              <a:rPr lang="LID4096" smtClean="0"/>
              <a:t>05/16/2026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23160" y="4068359"/>
            <a:ext cx="2468880" cy="2336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166360" y="4068359"/>
            <a:ext cx="1645920" cy="2336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246AFB-1200-4B4E-8427-A3080B72A8E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0370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48640" rtl="0" eaLnBrk="1" latinLnBrk="0" hangingPunct="1">
        <a:lnSpc>
          <a:spcPct val="90000"/>
        </a:lnSpc>
        <a:spcBef>
          <a:spcPct val="0"/>
        </a:spcBef>
        <a:buNone/>
        <a:defRPr sz="2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54864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6459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1945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B45022B3-EF54-EA50-1D07-27E888C4EB72}"/>
              </a:ext>
            </a:extLst>
          </p:cNvPr>
          <p:cNvGrpSpPr/>
          <p:nvPr/>
        </p:nvGrpSpPr>
        <p:grpSpPr>
          <a:xfrm>
            <a:off x="0" y="1063"/>
            <a:ext cx="7315200" cy="4387313"/>
            <a:chOff x="0" y="1063"/>
            <a:chExt cx="7315200" cy="4387313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3AD46DB1-DF01-DD54-561B-02CCA2A45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063"/>
              <a:ext cx="7315200" cy="4387313"/>
            </a:xfrm>
            <a:prstGeom prst="rect">
              <a:avLst/>
            </a:prstGeom>
          </p:spPr>
        </p:pic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90409D6-9FED-6F38-4CF1-EF3E697A1A74}"/>
                </a:ext>
              </a:extLst>
            </p:cNvPr>
            <p:cNvSpPr txBox="1"/>
            <p:nvPr/>
          </p:nvSpPr>
          <p:spPr>
            <a:xfrm>
              <a:off x="4246337" y="3492498"/>
              <a:ext cx="41549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200" b="1" dirty="0">
                  <a:latin typeface="仿宋" panose="02010609060101010101" pitchFamily="49" charset="-122"/>
                  <a:ea typeface="仿宋" panose="02010609060101010101" pitchFamily="49" charset="-122"/>
                </a:rPr>
                <a:t>邈</a:t>
              </a:r>
              <a:endParaRPr lang="LID4096" sz="2200" b="1" dirty="0">
                <a:latin typeface="仿宋" panose="02010609060101010101" pitchFamily="49" charset="-122"/>
                <a:ea typeface="仿宋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6580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4411218-9924-DA7C-2A1B-D118F0922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7315200" cy="438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42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16AA2E5-2AB7-C43F-521C-20688D3BB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9760"/>
            <a:ext cx="7315200" cy="4387313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DA25726-7DE7-C90A-5757-83FAD5EB3F6E}"/>
              </a:ext>
            </a:extLst>
          </p:cNvPr>
          <p:cNvSpPr/>
          <p:nvPr/>
        </p:nvSpPr>
        <p:spPr>
          <a:xfrm>
            <a:off x="1249137" y="3071132"/>
            <a:ext cx="191860" cy="1646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EB9205C-4816-031D-5ED4-F22425E49B67}"/>
              </a:ext>
            </a:extLst>
          </p:cNvPr>
          <p:cNvSpPr txBox="1"/>
          <p:nvPr/>
        </p:nvSpPr>
        <p:spPr>
          <a:xfrm>
            <a:off x="1172100" y="3001817"/>
            <a:ext cx="35137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300" b="1" dirty="0">
                <a:latin typeface="楷体" panose="02010609060101010101" pitchFamily="49" charset="-122"/>
                <a:ea typeface="楷体" panose="02010609060101010101" pitchFamily="49" charset="-122"/>
              </a:rPr>
              <a:t>宴</a:t>
            </a:r>
            <a:endParaRPr lang="LID4096" sz="13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CD0C4E7-2195-9557-B211-1028B6BC1E06}"/>
              </a:ext>
            </a:extLst>
          </p:cNvPr>
          <p:cNvSpPr/>
          <p:nvPr/>
        </p:nvSpPr>
        <p:spPr>
          <a:xfrm>
            <a:off x="1672319" y="3381375"/>
            <a:ext cx="191860" cy="1646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1D231D-42D7-CCB3-C99E-1985E2990F65}"/>
              </a:ext>
            </a:extLst>
          </p:cNvPr>
          <p:cNvSpPr txBox="1"/>
          <p:nvPr/>
        </p:nvSpPr>
        <p:spPr>
          <a:xfrm>
            <a:off x="1595282" y="3312060"/>
            <a:ext cx="35137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300" b="1" dirty="0">
                <a:latin typeface="楷体" panose="02010609060101010101" pitchFamily="49" charset="-122"/>
                <a:ea typeface="楷体" panose="02010609060101010101" pitchFamily="49" charset="-122"/>
              </a:rPr>
              <a:t>乌</a:t>
            </a:r>
            <a:endParaRPr lang="LID4096" sz="13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3838FB-8121-A82E-58CD-0BA91FDF50CF}"/>
              </a:ext>
            </a:extLst>
          </p:cNvPr>
          <p:cNvSpPr/>
          <p:nvPr/>
        </p:nvSpPr>
        <p:spPr>
          <a:xfrm>
            <a:off x="1249137" y="3550103"/>
            <a:ext cx="191860" cy="1646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A23A5E-FF61-4CD4-EB26-0FF1E400E93B}"/>
              </a:ext>
            </a:extLst>
          </p:cNvPr>
          <p:cNvSpPr txBox="1"/>
          <p:nvPr/>
        </p:nvSpPr>
        <p:spPr>
          <a:xfrm>
            <a:off x="1172100" y="3487876"/>
            <a:ext cx="35137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300" b="1" dirty="0">
                <a:latin typeface="楷体" panose="02010609060101010101" pitchFamily="49" charset="-122"/>
                <a:ea typeface="楷体" panose="02010609060101010101" pitchFamily="49" charset="-122"/>
              </a:rPr>
              <a:t>匝</a:t>
            </a:r>
            <a:endParaRPr lang="LID4096" sz="13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83077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</TotalTime>
  <Words>4</Words>
  <Application>Microsoft Office PowerPoint</Application>
  <PresentationFormat>自定义</PresentationFormat>
  <Paragraphs>4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仿宋</vt:lpstr>
      <vt:lpstr>楷体</vt:lpstr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Guo Xichen</dc:creator>
  <cp:lastModifiedBy>Guo Xichen</cp:lastModifiedBy>
  <cp:revision>4</cp:revision>
  <dcterms:created xsi:type="dcterms:W3CDTF">2026-05-16T12:36:59Z</dcterms:created>
  <dcterms:modified xsi:type="dcterms:W3CDTF">2026-05-16T15:45:30Z</dcterms:modified>
</cp:coreProperties>
</file>